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2B774B-E0DA-8EFA-E658-16AE37904B08}"/>
              </a:ext>
            </a:extLst>
          </p:cNvPr>
          <p:cNvSpPr txBox="1">
            <a:spLocks/>
          </p:cNvSpPr>
          <p:nvPr/>
        </p:nvSpPr>
        <p:spPr>
          <a:xfrm>
            <a:off x="2617097" y="3556600"/>
            <a:ext cx="3597468" cy="46314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rial Narrow" panose="020B0604020202020204" pitchFamily="34" charset="0"/>
                <a:ea typeface="+mj-ea"/>
                <a:cs typeface="Arial Narrow" panose="020B0604020202020204" pitchFamily="34" charset="0"/>
              </a:defRPr>
            </a:lvl1pPr>
          </a:lstStyle>
          <a:p>
            <a:r>
              <a:rPr lang="en-US" sz="2800" dirty="0">
                <a:solidFill>
                  <a:srgbClr val="9700FF"/>
                </a:solidFill>
              </a:rPr>
              <a:t>Capstone Project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150D07-4CCE-759D-C6B1-03B0AE969E9D}"/>
              </a:ext>
            </a:extLst>
          </p:cNvPr>
          <p:cNvSpPr txBox="1">
            <a:spLocks/>
          </p:cNvSpPr>
          <p:nvPr/>
        </p:nvSpPr>
        <p:spPr>
          <a:xfrm>
            <a:off x="4695825" y="1775939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933FF"/>
                </a:solidFill>
                <a:latin typeface="Aptos" panose="020B0004020202020204" pitchFamily="34" charset="0"/>
              </a:rPr>
              <a:t>Presented by: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SemiBold" panose="020B0004020202020204" pitchFamily="34" charset="0"/>
                <a:ea typeface="+mn-ea"/>
                <a:cs typeface="+mn-cs"/>
              </a:rPr>
              <a:t>Team Members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2E371-EB80-F24B-2B7E-C0C2DAFD6A88}"/>
              </a:ext>
            </a:extLst>
          </p:cNvPr>
          <p:cNvSpPr txBox="1">
            <a:spLocks/>
          </p:cNvSpPr>
          <p:nvPr/>
        </p:nvSpPr>
        <p:spPr>
          <a:xfrm>
            <a:off x="2655681" y="4821080"/>
            <a:ext cx="3520300" cy="76197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latin typeface="Aptos" panose="020B0004020202020204" pitchFamily="34" charset="0"/>
              </a:rPr>
              <a:t>Under the guidance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Supervisor Name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B134D2-B9AA-E395-01BF-48B58E2DB43F}"/>
              </a:ext>
            </a:extLst>
          </p:cNvPr>
          <p:cNvSpPr txBox="1">
            <a:spLocks/>
          </p:cNvSpPr>
          <p:nvPr/>
        </p:nvSpPr>
        <p:spPr>
          <a:xfrm>
            <a:off x="2543175" y="3923234"/>
            <a:ext cx="3520300" cy="35389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solidFill>
                  <a:prstClr val="black"/>
                </a:solidFill>
                <a:latin typeface="Aptos SemiBold" panose="020B0004020202020204" pitchFamily="34" charset="0"/>
              </a:rPr>
              <a:t>BSc CS (Academic Year)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SemiBold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Background of the problem</a:t>
            </a:r>
          </a:p>
          <a:p>
            <a:pPr marL="0" indent="0">
              <a:buNone/>
            </a:pPr>
            <a:r>
              <a:rPr dirty="0"/>
              <a:t>Gap in existing system</a:t>
            </a:r>
          </a:p>
          <a:p>
            <a:pPr marL="0" indent="0">
              <a:buNone/>
            </a:pPr>
            <a:r>
              <a:rPr dirty="0"/>
              <a:t>Importance of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Objectives:</a:t>
            </a:r>
          </a:p>
          <a:p>
            <a:pPr marL="0" indent="0">
              <a:buNone/>
            </a:pPr>
            <a:r>
              <a:rPr dirty="0"/>
              <a:t>Objective 1</a:t>
            </a:r>
          </a:p>
          <a:p>
            <a:pPr marL="0" indent="0">
              <a:buNone/>
            </a:pPr>
            <a:r>
              <a:rPr dirty="0"/>
              <a:t>Objective 2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Scope:</a:t>
            </a:r>
          </a:p>
          <a:p>
            <a:pPr marL="0" indent="0">
              <a:buNone/>
            </a:pPr>
            <a:r>
              <a:rPr dirty="0"/>
              <a:t>In-scope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Existing approach 1</a:t>
            </a:r>
          </a:p>
          <a:p>
            <a:pPr marL="0" indent="0">
              <a:buNone/>
            </a:pPr>
            <a:r>
              <a:rPr dirty="0"/>
              <a:t>Existing approach 2</a:t>
            </a:r>
          </a:p>
          <a:p>
            <a:pPr marL="0" indent="0">
              <a:buNone/>
            </a:pPr>
            <a:r>
              <a:rPr dirty="0"/>
              <a:t>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System overview</a:t>
            </a:r>
          </a:p>
          <a:p>
            <a:pPr marL="0" indent="0">
              <a:buNone/>
            </a:pPr>
            <a:r>
              <a:rPr dirty="0"/>
              <a:t>Architecture diagram</a:t>
            </a:r>
          </a:p>
          <a:p>
            <a:pPr marL="0" indent="0">
              <a:buNone/>
            </a:pPr>
            <a:r>
              <a:rPr dirty="0"/>
              <a:t>Module description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Programming Language</a:t>
            </a:r>
          </a:p>
          <a:p>
            <a:pPr marL="0" indent="0">
              <a:buNone/>
            </a:pPr>
            <a:r>
              <a:rPr dirty="0"/>
              <a:t>Frameworks</a:t>
            </a:r>
          </a:p>
          <a:p>
            <a:pPr marL="0" indent="0">
              <a:buNone/>
            </a:pPr>
            <a:r>
              <a:rPr dirty="0"/>
              <a:t>Database</a:t>
            </a:r>
          </a:p>
          <a:p>
            <a:pPr marL="0" indent="0">
              <a:buNone/>
            </a:pPr>
            <a:r>
              <a:rPr dirty="0"/>
              <a:t>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/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Feature 1</a:t>
            </a:r>
          </a:p>
          <a:p>
            <a:pPr marL="0" indent="0">
              <a:buNone/>
            </a:pPr>
            <a:r>
              <a:rPr dirty="0"/>
              <a:t>Feature 2</a:t>
            </a:r>
          </a:p>
          <a:p>
            <a:pPr marL="0" indent="0">
              <a:buNone/>
            </a:pPr>
            <a:r>
              <a:rPr dirty="0"/>
              <a:t>Screenshots /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Output</a:t>
            </a:r>
          </a:p>
          <a:p>
            <a:pPr marL="0" indent="0">
              <a:buNone/>
            </a:pPr>
            <a:r>
              <a:rPr dirty="0"/>
              <a:t>Performance metrics</a:t>
            </a:r>
            <a:endParaRPr lang="en-IN" dirty="0"/>
          </a:p>
          <a:p>
            <a:pPr marL="0" indent="0">
              <a:buNone/>
            </a:pPr>
            <a:r>
              <a:rPr dirty="0"/>
              <a:t>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Technical challenges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Conclusion:</a:t>
            </a:r>
          </a:p>
          <a:p>
            <a:pPr marL="0" indent="0">
              <a:buNone/>
            </a:pPr>
            <a:r>
              <a:rPr dirty="0"/>
              <a:t>Summary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Future Work:</a:t>
            </a:r>
          </a:p>
          <a:p>
            <a:pPr marL="0" indent="0">
              <a:buNone/>
            </a:pPr>
            <a:r>
              <a:rPr dirty="0"/>
              <a:t>Enhancements</a:t>
            </a:r>
            <a:r>
              <a:rPr lang="en-IN" dirty="0"/>
              <a:t> ( if any)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